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88888"/>
                </a:solidFill>
              </a:rPr>
              <a:t>Minter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6BB60"/>
                </a:solidFill>
              </a:rPr>
              <a:t>Thanks for Booking — Here's What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 i="0">
                <a:solidFill>
                  <a:srgbClr val="FFFFFF"/>
                </a:solidFill>
              </a:rPr>
              <a:t>More Bookings.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60604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 i="0">
                <a:solidFill>
                  <a:srgbClr val="D4A853"/>
                </a:solidFill>
              </a:rPr>
              <a:t>More Customers.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93192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888888"/>
                </a:solidFill>
              </a:rPr>
              <a:t>In 20 minutes, we'll figure out exactly what's holding your business back from
showing up online — and whether a website makes sense for you right now.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120640"/>
            <a:ext cx="3474720" cy="128016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516636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6BB60"/>
                </a:solidFill>
              </a:rPr>
              <a:t>3–5 days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888888"/>
                </a:solidFill>
              </a:rPr>
              <a:t>Avg. delivery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0" y="5120640"/>
            <a:ext cx="3474720" cy="128016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0" y="516636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6BB60"/>
                </a:solidFill>
              </a:rPr>
              <a:t>24/7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576072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888888"/>
                </a:solidFill>
              </a:rPr>
              <a:t>AI chat included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38160" y="5120640"/>
            <a:ext cx="3474720" cy="128016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38160" y="516636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6BB60"/>
                </a:solidFill>
              </a:rPr>
              <a:t>Unlimited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0" y="576072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888888"/>
                </a:solidFill>
              </a:rPr>
              <a:t>Edits, forever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6BB60"/>
                </a:solidFill>
              </a:rPr>
              <a:t>The Opportunity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</a:rPr>
              <a:t>You're Already Being Found.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916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06BB60"/>
                </a:solidFill>
              </a:rPr>
              <a:t>You're Just Not Getting Credit.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69748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888888"/>
                </a:solidFill>
              </a:rPr>
              <a:t>Great Google reviews. Active Instagram. But when someone wants to book a table,
check your menu, or call you — there's nowhere to go.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3840480"/>
            <a:ext cx="3566160" cy="21945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4023360"/>
            <a:ext cx="3566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D4A853"/>
                </a:solidFill>
              </a:rPr>
              <a:t>78%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4892040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888888"/>
                </a:solidFill>
              </a:rPr>
              <a:t>of people who search for a local restaurant never leave Google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3840480"/>
            <a:ext cx="3566160" cy="21945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0" y="4023360"/>
            <a:ext cx="3566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</a:rPr>
              <a:t>4.9★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34840" y="4892040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888888"/>
                </a:solidFill>
              </a:rPr>
              <a:t>avg rating of businesses without a website — wasted social proof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38160" y="3840480"/>
            <a:ext cx="3566160" cy="21945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38160" y="4023360"/>
            <a:ext cx="3566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D4A853"/>
                </a:solidFill>
              </a:rPr>
              <a:t>14+ hrs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5320" y="4892040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888888"/>
                </a:solidFill>
              </a:rPr>
              <a:t>per week local businesses spend on phone calls for info a website handles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2179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88888"/>
                </a:solidFill>
              </a:rPr>
              <a:t>A website turns your existing reputation into a 24/7 salesperson — even while you sleep.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6BB60"/>
                </a:solidFill>
              </a:rPr>
              <a:t>What We Build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</a:rPr>
              <a:t>Landing Pages That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0" y="91440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D4A853"/>
                </a:solidFill>
              </a:rPr>
              <a:t>Actually Convert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916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888888"/>
                </a:solidFill>
              </a:rPr>
              <a:t>Custom-designed for your industry — every page built to turn visitors into booked appointments.</a:t>
            </a:r>
          </a:p>
        </p:txBody>
      </p:sp>
      <p:pic>
        <p:nvPicPr>
          <p:cNvPr id="6" name="Picture 5" descr="mockup-restaura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468880"/>
            <a:ext cx="3566160" cy="329184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57200" y="5852160"/>
            <a:ext cx="3566160" cy="77724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5870448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Restaurant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236208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88888"/>
                </a:solidFill>
              </a:rPr>
              <a:t>Menu · Reservations · Reviews</a:t>
            </a:r>
          </a:p>
        </p:txBody>
      </p:sp>
      <p:pic>
        <p:nvPicPr>
          <p:cNvPr id="10" name="Picture 9" descr="mockup-homeservic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0" y="2468880"/>
            <a:ext cx="3566160" cy="329184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4297680" y="5852160"/>
            <a:ext cx="3566160" cy="77724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97680" y="5870448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Home Services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6236208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88888"/>
                </a:solidFill>
              </a:rPr>
              <a:t>Free Quote · Services · Reviews</a:t>
            </a:r>
          </a:p>
        </p:txBody>
      </p:sp>
      <p:pic>
        <p:nvPicPr>
          <p:cNvPr id="14" name="Picture 13" descr="mockup-sal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8160" y="2468880"/>
            <a:ext cx="3566160" cy="3291840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8138160" y="5852160"/>
            <a:ext cx="3566160" cy="77724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38160" y="5870448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Salon &amp; Spa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60" y="6236208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88888"/>
                </a:solidFill>
              </a:rPr>
              <a:t>Appointments · Gift Cards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5379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8888"/>
                </a:solidFill>
              </a:rPr>
              <a:t>Mobile-first · Fast load · AI chat built-in · Google-optimized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6BB60"/>
                </a:solidFill>
              </a:rPr>
              <a:t>Everything Included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4572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0" b="1" i="0">
                <a:solidFill>
                  <a:srgbClr val="06BB60"/>
                </a:solidFill>
              </a:rPr>
              <a:t>$1,497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80" y="11430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888888"/>
                </a:solidFill>
              </a:rPr>
              <a:t>one-time website build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74519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D4A853"/>
                </a:solidFill>
              </a:rPr>
              <a:t>$497/mo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80" y="20116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888888"/>
                </a:solidFill>
              </a:rPr>
              <a:t>all-inclusive retainer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060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888888"/>
                </a:solidFill>
              </a:rPr>
              <a:t>No hidden costs. No templates. You approve the design before anything goes live.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200400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6BB60"/>
                </a:solidFill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20040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4F4F4"/>
                </a:solidFill>
              </a:rPr>
              <a:t>Custom design built for your business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858768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6BB60"/>
                </a:solidFill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858768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4F4F4"/>
                </a:solidFill>
              </a:rPr>
              <a:t>Mobile-first, fast-loading pages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517136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6BB60"/>
                </a:solidFill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517136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4F4F4"/>
                </a:solidFill>
              </a:rPr>
              <a:t>AI virtual receptionist — handles FAQs &amp; booking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175504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6BB60"/>
                </a:solidFill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175504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4F4F4"/>
                </a:solidFill>
              </a:rPr>
              <a:t>Online reservation / quote request system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0" y="3200400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6BB60"/>
                </a:solidFill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320040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4F4F4"/>
                </a:solidFill>
              </a:rPr>
              <a:t>Google Maps + SEO optimization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0" y="3858768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6BB60"/>
                </a:solidFill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3858768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4F4F4"/>
                </a:solidFill>
              </a:rPr>
              <a:t>Unlimited edits — always up to date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0" y="4517136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6BB60"/>
                </a:solidFill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4517136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4F4F4"/>
                </a:solidFill>
              </a:rPr>
              <a:t>Hosting, SSL, and domain setup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80" y="5175504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6BB60"/>
                </a:solidFill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5175504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4F4F4"/>
                </a:solidFill>
              </a:rPr>
              <a:t>Dedicated support — same-day response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6BB60"/>
                </a:solidFill>
              </a:rPr>
              <a:t>How It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6400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</a:rPr>
              <a:t>Three Steps to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0" y="91440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06BB60"/>
                </a:solidFill>
              </a:rPr>
              <a:t>More Customers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916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888888"/>
                </a:solidFill>
              </a:rPr>
              <a:t>Three steps from where you are to a live website that brings in more customers every week.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651760"/>
            <a:ext cx="3474720" cy="34747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691640" y="2834640"/>
            <a:ext cx="1005840" cy="1005840"/>
          </a:xfrm>
          <a:prstGeom prst="ellipse">
            <a:avLst/>
          </a:prstGeom>
          <a:solidFill>
            <a:srgbClr val="06BB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92608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977639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Discovery Call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52628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88888"/>
                </a:solidFill>
              </a:rPr>
              <a:t>Done. We know your business,
your customers, and what the
site needs to do.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77639" y="393192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06BB60"/>
                </a:solidFill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89120" y="2651760"/>
            <a:ext cx="3474720" cy="34747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623560" y="2834640"/>
            <a:ext cx="1005840" cy="1005840"/>
          </a:xfrm>
          <a:prstGeom prst="ellipse">
            <a:avLst/>
          </a:prstGeom>
          <a:solidFill>
            <a:srgbClr val="06BB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89120" y="292608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3977639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We Build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452628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88888"/>
                </a:solidFill>
              </a:rPr>
              <a:t>Custom design + copy. Done in
3–5 days. You review, we
refine — until it's right.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09560" y="393192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06BB60"/>
                </a:solidFill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321040" y="2651760"/>
            <a:ext cx="3474720" cy="34747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555480" y="2834640"/>
            <a:ext cx="1005840" cy="1005840"/>
          </a:xfrm>
          <a:prstGeom prst="ellipse">
            <a:avLst/>
          </a:prstGeom>
          <a:solidFill>
            <a:srgbClr val="06BB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21040" y="292608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3977639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Go Live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19" y="452628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88888"/>
                </a:solidFill>
              </a:rPr>
              <a:t>We launch it, optimize it, and
you're live. Then we handle
everything ongoing.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355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88888"/>
                </a:solidFill>
              </a:rPr>
              <a:t>Typical time from call to live: 3–5 business days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6BB60"/>
                </a:solidFill>
              </a:rPr>
              <a:t>What Clients Say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</a:rPr>
              <a:t>Real Results.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94960" y="91440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D4A853"/>
                </a:solidFill>
              </a:rPr>
              <a:t>Real Businesses.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783080"/>
            <a:ext cx="5394960" cy="21031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783080"/>
            <a:ext cx="73152" cy="2103120"/>
          </a:xfrm>
          <a:prstGeom prst="rect">
            <a:avLst/>
          </a:prstGeom>
          <a:solidFill>
            <a:srgbClr val="06BB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920240"/>
            <a:ext cx="50292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F4F4F4"/>
                </a:solidFill>
              </a:rPr>
              <a:t>"Before the site, we were losing at least 3–4 booking requests a week because people couldn't find our menu or hours online. Now it just books itself."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4290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4A853"/>
                </a:solidFill>
              </a:rPr>
              <a:t>— María G., Taqueria Los Primos · Austin TX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783080"/>
            <a:ext cx="5394960" cy="21031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783080"/>
            <a:ext cx="73152" cy="2103120"/>
          </a:xfrm>
          <a:prstGeom prst="rect">
            <a:avLst/>
          </a:prstGeom>
          <a:solidFill>
            <a:srgbClr val="06BB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920240"/>
            <a:ext cx="50292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F4F4F4"/>
                </a:solidFill>
              </a:rPr>
              <a:t>"Our Google reviews were great but hidden on Maps. Since the site went live, we've had strangers walk in saying they found us online. That never happened before."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34290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4A853"/>
                </a:solidFill>
              </a:rPr>
              <a:t>— Derek H., Hartwell Plumbing · Austin TX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114800"/>
            <a:ext cx="5394960" cy="21031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4114800"/>
            <a:ext cx="73152" cy="2103120"/>
          </a:xfrm>
          <a:prstGeom prst="rect">
            <a:avLst/>
          </a:prstGeom>
          <a:solidFill>
            <a:srgbClr val="06BB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251960"/>
            <a:ext cx="50292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F4F4F4"/>
                </a:solidFill>
              </a:rPr>
              <a:t>"The AI chat on the site answers the same 10 questions we get on Instagram every single day. It pays for itself in the time it saves."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7607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4A853"/>
                </a:solidFill>
              </a:rPr>
              <a:t>— Jade L., Glow Studio · Houston TX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4114800"/>
            <a:ext cx="5394960" cy="21031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0" y="4114800"/>
            <a:ext cx="73152" cy="2103120"/>
          </a:xfrm>
          <a:prstGeom prst="rect">
            <a:avLst/>
          </a:prstGeom>
          <a:solidFill>
            <a:srgbClr val="06BB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4251960"/>
            <a:ext cx="50292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F4F4F4"/>
                </a:solidFill>
              </a:rPr>
              <a:t>"Fast, clean, and they actually listened to what we needed. We went from a Facebook page to a real site in four days."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57607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4A853"/>
                </a:solidFill>
              </a:rPr>
              <a:t>— Tom &amp; Sue K., Oakwood BBQ · Austin TX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6BB60"/>
                </a:solidFill>
              </a:rPr>
              <a:t>What You Walk Away With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</a:rPr>
              <a:t>More of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383280" y="9144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D4A853"/>
                </a:solidFill>
              </a:rPr>
              <a:t>What You Want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916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888888"/>
                </a:solidFill>
              </a:rPr>
              <a:t>Every website we build is designed around one outcome: more paying customers through your door.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468880"/>
            <a:ext cx="3566160" cy="1828800"/>
          </a:xfrm>
          <a:prstGeom prst="rect">
            <a:avLst/>
          </a:prstGeom>
          <a:solidFill>
            <a:srgbClr val="0A1A10"/>
          </a:solidFill>
          <a:ln w="9525">
            <a:solidFill>
              <a:srgbClr val="06BB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514600"/>
            <a:ext cx="3566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FFFFFF"/>
                </a:solidFill>
              </a:rPr>
              <a:t>📞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06324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More Booked Calls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520440"/>
            <a:ext cx="3383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88888"/>
                </a:solidFill>
              </a:rPr>
              <a:t>People can book a table or request a quote 24/7 — without picking up the phone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0" y="2468880"/>
            <a:ext cx="3566160" cy="1828800"/>
          </a:xfrm>
          <a:prstGeom prst="rect">
            <a:avLst/>
          </a:prstGeom>
          <a:solidFill>
            <a:srgbClr val="0A1A10"/>
          </a:solidFill>
          <a:ln w="9525">
            <a:solidFill>
              <a:srgbClr val="06BB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0" y="2514600"/>
            <a:ext cx="3566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FFFFFF"/>
                </a:solidFill>
              </a:rPr>
              <a:t>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306324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Your Reviews, Front &amp; Center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3520440"/>
            <a:ext cx="3383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88888"/>
                </a:solidFill>
              </a:rPr>
              <a:t>Your Google rating displayed prominently — the social proof you've earned, working for you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38160" y="2468880"/>
            <a:ext cx="3566160" cy="1828800"/>
          </a:xfrm>
          <a:prstGeom prst="rect">
            <a:avLst/>
          </a:prstGeom>
          <a:solidFill>
            <a:srgbClr val="0A1A10"/>
          </a:solidFill>
          <a:ln w="9525">
            <a:solidFill>
              <a:srgbClr val="06BB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38160" y="2514600"/>
            <a:ext cx="3566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FFFFFF"/>
                </a:solidFill>
              </a:rPr>
              <a:t>🤖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0" y="306324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Zero Missed Inquiries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3520440"/>
            <a:ext cx="3383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88888"/>
                </a:solidFill>
              </a:rPr>
              <a:t>AI chat handles FAQ and captures leads even at 2am — then sends you the summary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572000"/>
            <a:ext cx="3566160" cy="1828800"/>
          </a:xfrm>
          <a:prstGeom prst="rect">
            <a:avLst/>
          </a:prstGeom>
          <a:solidFill>
            <a:srgbClr val="0A1A10"/>
          </a:solidFill>
          <a:ln w="9525">
            <a:solidFill>
              <a:srgbClr val="06BB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4617720"/>
            <a:ext cx="3566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FFFFFF"/>
                </a:solidFill>
              </a:rPr>
              <a:t>📱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516636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Looks Great on Every Phone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5623560"/>
            <a:ext cx="3383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88888"/>
                </a:solidFill>
              </a:rPr>
              <a:t>72% of local searches are on mobile. Your site looks as good on a phone as a desktop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97680" y="4572000"/>
            <a:ext cx="3566160" cy="1828800"/>
          </a:xfrm>
          <a:prstGeom prst="rect">
            <a:avLst/>
          </a:prstGeom>
          <a:solidFill>
            <a:srgbClr val="0A1A10"/>
          </a:solidFill>
          <a:ln w="9525">
            <a:solidFill>
              <a:srgbClr val="06BB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97680" y="4617720"/>
            <a:ext cx="3566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FFFFFF"/>
                </a:solidFill>
              </a:rPr>
              <a:t>🔍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80" y="516636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Show Up on Google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89120" y="5623560"/>
            <a:ext cx="3383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88888"/>
                </a:solidFill>
              </a:rPr>
              <a:t>We optimize for local SEO — so when someone searches "best tacos near me," it's you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138160" y="4572000"/>
            <a:ext cx="3566160" cy="1828800"/>
          </a:xfrm>
          <a:prstGeom prst="rect">
            <a:avLst/>
          </a:prstGeom>
          <a:solidFill>
            <a:srgbClr val="0A1A10"/>
          </a:solidFill>
          <a:ln w="9525">
            <a:solidFill>
              <a:srgbClr val="06BB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38160" y="4617720"/>
            <a:ext cx="3566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FFFFFF"/>
                </a:solidFill>
              </a:rPr>
              <a:t>✏️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38160" y="516636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Unlimited Edits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0" y="5623560"/>
            <a:ext cx="3383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88888"/>
                </a:solidFill>
              </a:rPr>
              <a:t>Menu changes, holiday hours, new photos — update anything anytime, no extra cost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6BB60"/>
                </a:solidFill>
              </a:rPr>
              <a:t>Here's What Happens 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</a:rPr>
              <a:t>You Hang Up.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916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 i="0">
                <a:solidFill>
                  <a:srgbClr val="D4A853"/>
                </a:solidFill>
              </a:rPr>
              <a:t>We Get Started.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60604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888888"/>
                </a:solidFill>
              </a:rPr>
              <a:t>If a website makes sense for your business, we send a proposal within 24 hours —
pricing, timeline, and exactly what we'll build. No contracts, no commitment until you're ready.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3657600"/>
            <a:ext cx="11247120" cy="804672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94360" y="3794760"/>
            <a:ext cx="530352" cy="530352"/>
          </a:xfrm>
          <a:prstGeom prst="ellipse">
            <a:avLst/>
          </a:prstGeom>
          <a:solidFill>
            <a:srgbClr val="06BB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3813048"/>
            <a:ext cx="5303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</a:rPr>
              <a:t>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3730752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Proposal in 24 hours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3730752"/>
            <a:ext cx="5943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8888"/>
                </a:solidFill>
              </a:rPr>
              <a:t>Custom scope, transparent pricing, no fluff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4572000"/>
            <a:ext cx="11247120" cy="804672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94360" y="4709160"/>
            <a:ext cx="530352" cy="530352"/>
          </a:xfrm>
          <a:prstGeom prst="ellipse">
            <a:avLst/>
          </a:prstGeom>
          <a:solidFill>
            <a:srgbClr val="06BB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4727448"/>
            <a:ext cx="5303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</a:rPr>
              <a:t>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4645152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Design draft in 3–5 days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4645152"/>
            <a:ext cx="5943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8888"/>
                </a:solidFill>
              </a:rPr>
              <a:t>We build a custom sample for your business before
you pay anything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5486400"/>
            <a:ext cx="11247120" cy="804672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94360" y="5623560"/>
            <a:ext cx="530352" cy="530352"/>
          </a:xfrm>
          <a:prstGeom prst="ellipse">
            <a:avLst/>
          </a:prstGeom>
          <a:solidFill>
            <a:srgbClr val="D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5641848"/>
            <a:ext cx="5303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</a:rPr>
              <a:t>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5559552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You approve, then pay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0" y="5559552"/>
            <a:ext cx="5943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8888"/>
                </a:solidFill>
              </a:rPr>
              <a:t>$1,497 build + $497/mo starts only when your
site is live and you're happy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