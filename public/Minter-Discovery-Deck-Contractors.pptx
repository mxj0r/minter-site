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Minter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BB60"/>
                </a:solidFill>
              </a:rPr>
              <a:t>Thanks for Booking — Here's What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More Leads.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D4A853"/>
                </a:solidFill>
              </a:rPr>
              <a:t>More Jobs.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88888"/>
                </a:solidFill>
              </a:rPr>
              <a:t>In 20 minutes, we'll figure out exactly what's costing you jobs —
and whether a website makes sense for you right now.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120640"/>
            <a:ext cx="3474720" cy="12801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1663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6BB60"/>
                </a:solidFill>
              </a:rPr>
              <a:t>3–5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Avg. delivery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5120640"/>
            <a:ext cx="3474720" cy="12801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51663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6BB60"/>
                </a:solidFill>
              </a:rPr>
              <a:t>24/7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5760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AI chat included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5120640"/>
            <a:ext cx="3474720" cy="128016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51663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6BB60"/>
                </a:solidFill>
              </a:rPr>
              <a:t>Unlimited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5760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Edits, forever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B60"/>
                </a:solidFill>
              </a:rP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You're Already Being Found.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6BB60"/>
                </a:solidFill>
              </a:rPr>
              <a:t>You're Just Not Getting the Call.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97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88888"/>
                </a:solidFill>
              </a:rPr>
              <a:t>Great reviews on Google. Word-of-mouth working. But when a homeowner is ready to book —
there's no way to request a quote online.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840480"/>
            <a:ext cx="3566160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4A853"/>
                </a:solidFill>
              </a:rPr>
              <a:t>62%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920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of homeowners search for a contractor on Google before calling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3840480"/>
            <a:ext cx="3566160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40233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4.8★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48920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avg rating of contractors without a website — wasted social proof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3840480"/>
            <a:ext cx="3566160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40233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4A853"/>
                </a:solidFill>
              </a:rPr>
              <a:t>$200–$500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48920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avg value of one new service call — missed every time someone can't find your number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</a:rPr>
              <a:t>A website with online quote requests turns every search into a real lead — even at 11pm.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B60"/>
                </a:solidFill>
              </a:rPr>
              <a:t>What We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Landing Pages That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9144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4A853"/>
                </a:solidFill>
              </a:rPr>
              <a:t>Get Quote 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88888"/>
                </a:solidFill>
              </a:rPr>
              <a:t>Custom-designed for contractors — every page built to turn visitors into booked jobs.</a:t>
            </a:r>
          </a:p>
        </p:txBody>
      </p:sp>
      <p:pic>
        <p:nvPicPr>
          <p:cNvPr id="6" name="Picture 5" descr="mockup-contr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68880"/>
            <a:ext cx="3566160" cy="3291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852160"/>
            <a:ext cx="3566160" cy="7772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8704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Contractor / Trades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362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Request a Quote · Services · Reviews</a:t>
            </a:r>
          </a:p>
        </p:txBody>
      </p:sp>
      <p:pic>
        <p:nvPicPr>
          <p:cNvPr id="10" name="Picture 9" descr="mockup-homeserv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468880"/>
            <a:ext cx="3566160" cy="3291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97680" y="5852160"/>
            <a:ext cx="3566160" cy="7772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58704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HVAC / Plumbing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2362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Free Estimate · Services · Areas Served</a:t>
            </a:r>
          </a:p>
        </p:txBody>
      </p:sp>
      <p:pic>
        <p:nvPicPr>
          <p:cNvPr id="14" name="Picture 13" descr="mockup-sal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468880"/>
            <a:ext cx="3566160" cy="32918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138160" y="5852160"/>
            <a:ext cx="3566160" cy="7772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587044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Electrical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62362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Same-Day Service · Request a Quote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</a:rPr>
              <a:t>Mobile-first · Fast load · AI chat built-in · Google-optimized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B60"/>
                </a:solidFill>
              </a:rPr>
              <a:t>Everything Included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06BB60"/>
                </a:solidFill>
              </a:rPr>
              <a:t>$1,497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1143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88888"/>
                </a:solidFill>
              </a:rPr>
              <a:t>one-time website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D4A853"/>
                </a:solidFill>
              </a:rPr>
              <a:t>$497/mo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88888"/>
                </a:solidFill>
              </a:rPr>
              <a:t>all-inclusive retainer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No hidden costs. No templates. You approve the design before anything goes live.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B60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4F4"/>
                </a:solidFill>
              </a:rPr>
              <a:t>Custom design built for your trade and service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5876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B60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58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4F4"/>
                </a:solidFill>
              </a:rPr>
              <a:t>Mobile-first, fast-loading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1713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B60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1713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4F4"/>
                </a:solidFill>
              </a:rPr>
              <a:t>AI virtual receptionist — handles quote requests 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7550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B60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7550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4F4"/>
                </a:solidFill>
              </a:rPr>
              <a:t>Online estimate / service request 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2004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B60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00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4F4"/>
                </a:solidFill>
              </a:rPr>
              <a:t>Google Business profile + local SEO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85876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B60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587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4F4"/>
                </a:solidFill>
              </a:rPr>
              <a:t>Unlimited edits — always show current services &amp; areas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51713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B60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1713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4F4"/>
                </a:solidFill>
              </a:rPr>
              <a:t>Hosting, SSL, and domain setup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517550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B60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17550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4F4F4"/>
                </a:solidFill>
              </a:rPr>
              <a:t>Dedicated support — same-day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B60"/>
                </a:solidFill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Three Steps to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6BB60"/>
                </a:solidFill>
              </a:rPr>
              <a:t>More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8888"/>
                </a:solidFill>
              </a:rPr>
              <a:t>Three steps from where you are to a live website that brings in quote requests every week.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3474720" cy="3474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2834640"/>
            <a:ext cx="1005840" cy="1005840"/>
          </a:xfrm>
          <a:prstGeom prst="ellipse">
            <a:avLst/>
          </a:prstGeom>
          <a:solidFill>
            <a:srgbClr val="06B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77639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Discovery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Done. We know your services,
your area, and what the site
needs to do for your business.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3931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6BB60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651760"/>
            <a:ext cx="3474720" cy="3474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23560" y="2834640"/>
            <a:ext cx="1005840" cy="1005840"/>
          </a:xfrm>
          <a:prstGeom prst="ellipse">
            <a:avLst/>
          </a:prstGeom>
          <a:solidFill>
            <a:srgbClr val="06B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926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977639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We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526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Custom design + copy. Done in
3–5 days. You review, we
refine — until it's right.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931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6BB60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2651760"/>
            <a:ext cx="3474720" cy="3474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55480" y="2834640"/>
            <a:ext cx="1005840" cy="1005840"/>
          </a:xfrm>
          <a:prstGeom prst="ellipse">
            <a:avLst/>
          </a:prstGeom>
          <a:solidFill>
            <a:srgbClr val="06B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926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977639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Go 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45262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We launch it, optimize it, and
you're live. Then we handle
everything ongoing.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Typical time from call to live: 3–5 business 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B60"/>
                </a:solidFill>
              </a:rPr>
              <a:t>What Clients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Real Results.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0" y="914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4A853"/>
                </a:solidFill>
              </a:rPr>
              <a:t>Real Contractors.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5394960" cy="2103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73152" cy="2103120"/>
          </a:xfrm>
          <a:prstGeom prst="rect">
            <a:avLst/>
          </a:prstGeom>
          <a:solidFill>
            <a:srgbClr val="06B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F4F4"/>
                </a:solidFill>
              </a:rPr>
              <a:t>"Before the site, we were losing jobs because homeowners couldn't find a way to request a quote online. Now the quote requests come in while we're on job sites."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853"/>
                </a:solidFill>
              </a:rPr>
              <a:t>— Mike T., Hartwell Plumbing · Austin TX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83080"/>
            <a:ext cx="5394960" cy="2103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73152" cy="2103120"/>
          </a:xfrm>
          <a:prstGeom prst="rect">
            <a:avLst/>
          </a:prstGeom>
          <a:solidFill>
            <a:srgbClr val="06B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F4F4"/>
                </a:solidFill>
              </a:rPr>
              <a:t>"Our Google reviews were great but hidden on Maps. Since the site went live, homeowners find us online and book same-day service. That never happened before."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429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853"/>
                </a:solidFill>
              </a:rPr>
              <a:t>— Derek H., Hartwell Plumbing · Austin TX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394960" cy="2103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73152" cy="2103120"/>
          </a:xfrm>
          <a:prstGeom prst="rect">
            <a:avLst/>
          </a:prstGeom>
          <a:solidFill>
            <a:srgbClr val="06B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519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F4F4"/>
                </a:solidFill>
              </a:rPr>
              <a:t>"The AI chat answers the same questions we get on every call — 'do you service my area?', 'what's your hourly rate?' — and captures the lead even at midnight."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853"/>
                </a:solidFill>
              </a:rPr>
              <a:t>— Carlos R., Crestwood Electric · Houston TX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114800"/>
            <a:ext cx="5394960" cy="21031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114800"/>
            <a:ext cx="73152" cy="2103120"/>
          </a:xfrm>
          <a:prstGeom prst="rect">
            <a:avLst/>
          </a:prstGeom>
          <a:solidFill>
            <a:srgbClr val="06B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2519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F4F4"/>
                </a:solidFill>
              </a:rPr>
              <a:t>"We went from a Google Business profile to a real website in four days. First month after launch, we got 11 new quote requests we would've never gotten otherwise."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853"/>
                </a:solidFill>
              </a:rPr>
              <a:t>— Tom &amp; Sue K., Oakwood HVAC · Austin TX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B60"/>
                </a:solidFill>
              </a:rPr>
              <a:t>What You Walk Away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More of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914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4A853"/>
                </a:solidFill>
              </a:rPr>
              <a:t>What You Want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Every website we build is designed around one outcome: more booked jobs and higher revenue.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3566160" cy="1828800"/>
          </a:xfrm>
          <a:prstGeom prst="rect">
            <a:avLst/>
          </a:prstGeom>
          <a:solidFill>
            <a:srgbClr val="0A1A10"/>
          </a:solidFill>
          <a:ln w="9525">
            <a:solidFill>
              <a:srgbClr val="06B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Quote Requests While You Sleep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Homeowners can request a quote 24/7 — without calling, without waiting for a callback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468880"/>
            <a:ext cx="3566160" cy="1828800"/>
          </a:xfrm>
          <a:prstGeom prst="rect">
            <a:avLst/>
          </a:prstGeom>
          <a:solidFill>
            <a:srgbClr val="0A1A10"/>
          </a:solidFill>
          <a:ln w="9525">
            <a:solidFill>
              <a:srgbClr val="06B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5146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0632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Your Reviews, Front &amp; Center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204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Your Google rating displayed prominently — the trust signal you've earned, working for you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468880"/>
            <a:ext cx="3566160" cy="1828800"/>
          </a:xfrm>
          <a:prstGeom prst="rect">
            <a:avLst/>
          </a:prstGeom>
          <a:solidFill>
            <a:srgbClr val="0A1A10"/>
          </a:solidFill>
          <a:ln w="9525">
            <a:solidFill>
              <a:srgbClr val="06B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5146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0632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Zero Missed Inquiries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52044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AI chat handles common questions and captures every lead — then sends you the summary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3566160" cy="1828800"/>
          </a:xfrm>
          <a:prstGeom prst="rect">
            <a:avLst/>
          </a:prstGeom>
          <a:solidFill>
            <a:srgbClr val="0A1A10"/>
          </a:solidFill>
          <a:ln w="9525">
            <a:solidFill>
              <a:srgbClr val="06B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6177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166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Looks Great on Every Phone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6235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Most homeowners search on their phone. Your site looks as good on mobile as it does on desktop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572000"/>
            <a:ext cx="3566160" cy="1828800"/>
          </a:xfrm>
          <a:prstGeom prst="rect">
            <a:avLst/>
          </a:prstGeom>
          <a:solidFill>
            <a:srgbClr val="0A1A10"/>
          </a:solidFill>
          <a:ln w="9525">
            <a:solidFill>
              <a:srgbClr val="06B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46177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5166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Show Up on Google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6235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We optimize for local SEO — so when someone searches "plumber near me," it's you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4572000"/>
            <a:ext cx="3566160" cy="1828800"/>
          </a:xfrm>
          <a:prstGeom prst="rect">
            <a:avLst/>
          </a:prstGeom>
          <a:solidFill>
            <a:srgbClr val="0A1A10"/>
          </a:solidFill>
          <a:ln w="9525">
            <a:solidFill>
              <a:srgbClr val="06B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46177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✏️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5166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Unlimited Edits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62356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New services, service areas, licensing info, photos — update anything anytime, no extra cost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6BB60"/>
                </a:solidFill>
              </a:rPr>
              <a:t>Here's What Happens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You Hang 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D4A853"/>
                </a:solidFill>
              </a:rPr>
              <a:t>We Get Started.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8888"/>
                </a:solidFill>
              </a:rPr>
              <a:t>If a website makes sense for your business, we send a proposal within 24 hours —
pricing, timeline, and exactly what we'll build. No contracts, no commitment until you're ready.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657600"/>
            <a:ext cx="11247120" cy="80467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3794760"/>
            <a:ext cx="530352" cy="530352"/>
          </a:xfrm>
          <a:prstGeom prst="ellipse">
            <a:avLst/>
          </a:prstGeom>
          <a:solidFill>
            <a:srgbClr val="06B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13048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7307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Proposal in 24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73075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Custom scope, transparent pricing, no fluff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72000"/>
            <a:ext cx="11247120" cy="80467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4360" y="4709160"/>
            <a:ext cx="530352" cy="530352"/>
          </a:xfrm>
          <a:prstGeom prst="ellipse">
            <a:avLst/>
          </a:prstGeom>
          <a:solidFill>
            <a:srgbClr val="06B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727448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6451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Design draft in 3–5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64515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We build a custom sample for your business before
you pay anything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486400"/>
            <a:ext cx="11247120" cy="80467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4360" y="5623560"/>
            <a:ext cx="530352" cy="530352"/>
          </a:xfrm>
          <a:prstGeom prst="ellipse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641848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5595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You approve, then pay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5559552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$1,497 build + $497/mo starts only when your
site is live and you're happy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